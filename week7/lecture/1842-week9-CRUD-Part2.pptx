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1" r:id="rId3"/>
    <p:sldId id="258" r:id="rId4"/>
    <p:sldId id="270" r:id="rId5"/>
    <p:sldId id="355" r:id="rId6"/>
    <p:sldId id="262" r:id="rId7"/>
    <p:sldId id="269" r:id="rId8"/>
    <p:sldId id="364" r:id="rId9"/>
    <p:sldId id="366" r:id="rId10"/>
    <p:sldId id="367" r:id="rId11"/>
    <p:sldId id="369" r:id="rId12"/>
    <p:sldId id="356" r:id="rId13"/>
    <p:sldId id="357" r:id="rId14"/>
    <p:sldId id="410" r:id="rId15"/>
    <p:sldId id="370" r:id="rId16"/>
    <p:sldId id="358" r:id="rId17"/>
    <p:sldId id="360" r:id="rId18"/>
    <p:sldId id="401" r:id="rId19"/>
    <p:sldId id="402" r:id="rId20"/>
    <p:sldId id="371" r:id="rId21"/>
    <p:sldId id="404" r:id="rId22"/>
    <p:sldId id="361" r:id="rId23"/>
    <p:sldId id="406" r:id="rId24"/>
    <p:sldId id="362" r:id="rId25"/>
    <p:sldId id="407" r:id="rId26"/>
    <p:sldId id="372" r:id="rId27"/>
    <p:sldId id="363" r:id="rId28"/>
    <p:sldId id="408" r:id="rId29"/>
    <p:sldId id="409" r:id="rId30"/>
    <p:sldId id="36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B50"/>
    <a:srgbClr val="FF574B"/>
    <a:srgbClr val="D34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947"/>
    <p:restoredTop sz="86395"/>
  </p:normalViewPr>
  <p:slideViewPr>
    <p:cSldViewPr snapToGrid="0" snapToObjects="1">
      <p:cViewPr varScale="1">
        <p:scale>
          <a:sx n="84" d="100"/>
          <a:sy n="84" d="100"/>
        </p:scale>
        <p:origin x="200" y="1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2/25/25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halented/part-2-creating-models-for-mongodb-with-mongoose-575d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TP/COR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implilearn.com/tutorials/nodejs-tutorial/body-parser-in-express-j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375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40041"/>
            <a:ext cx="12192000" cy="1244392"/>
          </a:xfrm>
        </p:spPr>
        <p:txBody>
          <a:bodyPr>
            <a:normAutofit fontScale="92500" lnSpcReduction="10000"/>
          </a:bodyPr>
          <a:lstStyle/>
          <a:p>
            <a:r>
              <a:rPr lang="en-US" sz="3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Coursework CRUD system part 2</a:t>
            </a:r>
          </a:p>
          <a:p>
            <a:endParaRPr lang="en-US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79853"/>
          </a:xfrm>
        </p:spPr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Recap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602"/>
            <a:ext cx="10515600" cy="154975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Last week we finished with this folder structure and a server running on port 3000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that restarts with </a:t>
            </a:r>
            <a:r>
              <a:rPr lang="en-GB" spc="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nodemon</a:t>
            </a: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each time we make a change.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F7CC3D-C7EF-7EE9-4102-AB983F60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56924"/>
            <a:ext cx="9299929" cy="37180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A4700A-0C18-8E75-50F8-24ED1DB18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412409"/>
            <a:ext cx="5918662" cy="12816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54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9330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week we will create a RESTful API for the Vue front end to consume and we will test it with Postcode.</a:t>
            </a:r>
          </a:p>
        </p:txBody>
      </p:sp>
    </p:spTree>
    <p:extLst>
      <p:ext uri="{BB962C8B-B14F-4D97-AF65-F5344CB8AC3E}">
        <p14:creationId xmlns:p14="http://schemas.microsoft.com/office/powerpoint/2010/main" val="35913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Install Postcode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088C59-4509-37FC-366F-DD7D1B089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6" y="2252988"/>
            <a:ext cx="6211712" cy="3983982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643466C-5390-85B5-1F6F-E877DBEC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866" y="1430513"/>
            <a:ext cx="10515600" cy="69179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Search for it in the VS code extension library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5A297A-500B-A0DF-53B7-B540881E038A}"/>
              </a:ext>
            </a:extLst>
          </p:cNvPr>
          <p:cNvCxnSpPr>
            <a:cxnSpLocks/>
          </p:cNvCxnSpPr>
          <p:nvPr/>
        </p:nvCxnSpPr>
        <p:spPr>
          <a:xfrm flipH="1">
            <a:off x="1106311" y="1975556"/>
            <a:ext cx="3556000" cy="159173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24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651"/>
            <a:ext cx="10515600" cy="831497"/>
          </a:xfrm>
        </p:spPr>
        <p:txBody>
          <a:bodyPr>
            <a:noAutofit/>
          </a:bodyPr>
          <a:lstStyle/>
          <a:p>
            <a:r>
              <a:rPr lang="en-US" sz="54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Postcode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9CA542-51BE-4FE8-E91D-2F1778359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90" y="1196622"/>
            <a:ext cx="7222067" cy="3544573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8153BA-A3DE-908A-A7D7-15EF818FB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5707"/>
            <a:ext cx="10515600" cy="149330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Once installed you should see it’s icon on the left hand panel, click the icon and you will see the ‘Create Request’ button. We will come back to this.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9DDBFA-41E5-28C9-B029-81D5517C9D99}"/>
              </a:ext>
            </a:extLst>
          </p:cNvPr>
          <p:cNvCxnSpPr>
            <a:cxnSpLocks/>
          </p:cNvCxnSpPr>
          <p:nvPr/>
        </p:nvCxnSpPr>
        <p:spPr>
          <a:xfrm flipH="1" flipV="1">
            <a:off x="1320800" y="4402667"/>
            <a:ext cx="2472267" cy="89182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BFE94D-AA72-6B45-985D-16D722B81E4B}"/>
              </a:ext>
            </a:extLst>
          </p:cNvPr>
          <p:cNvCxnSpPr>
            <a:cxnSpLocks/>
          </p:cNvCxnSpPr>
          <p:nvPr/>
        </p:nvCxnSpPr>
        <p:spPr>
          <a:xfrm flipH="1" flipV="1">
            <a:off x="2556933" y="2269067"/>
            <a:ext cx="2714978" cy="36232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7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46754"/>
            <a:ext cx="12192000" cy="1564492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6600" spc="70" dirty="0" err="1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vocabModel.js</a:t>
            </a:r>
            <a:endParaRPr lang="en-GB" sz="6600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4742"/>
          </a:xfrm>
        </p:spPr>
        <p:txBody>
          <a:bodyPr>
            <a:normAutofit/>
          </a:bodyPr>
          <a:lstStyle/>
          <a:p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api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/models/</a:t>
            </a:r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vocabModel.js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- full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D512EE-B061-4CC6-6F1F-6633CDF85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4742"/>
            <a:ext cx="7493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9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98"/>
            <a:ext cx="10515600" cy="684742"/>
          </a:xfrm>
        </p:spPr>
        <p:txBody>
          <a:bodyPr>
            <a:noAutofit/>
          </a:bodyPr>
          <a:lstStyle/>
          <a:p>
            <a:r>
              <a:rPr lang="en-US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vocabModel.js</a:t>
            </a:r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– detail pt1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D512EE-B061-4CC6-6F1F-6633CDF850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104"/>
          <a:stretch/>
        </p:blipFill>
        <p:spPr>
          <a:xfrm>
            <a:off x="838200" y="1116472"/>
            <a:ext cx="9204702" cy="1557716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08CB4-D598-A996-A42F-113F7A18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20120"/>
            <a:ext cx="10515600" cy="387514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is where we will define the requirements of the </a:t>
            </a:r>
            <a:r>
              <a:rPr lang="en-GB" sz="2400" b="1" dirty="0">
                <a:solidFill>
                  <a:schemeClr val="accent6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data model 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that we intend to map to our database in MongoDB.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We are using the Mongoose library as the messenger between our app and our database.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 first thing to do inside of this file is require Mongoose and use the Schema class from the Mongoose library.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98"/>
            <a:ext cx="10515600" cy="684742"/>
          </a:xfrm>
        </p:spPr>
        <p:txBody>
          <a:bodyPr>
            <a:noAutofit/>
          </a:bodyPr>
          <a:lstStyle/>
          <a:p>
            <a:r>
              <a:rPr lang="en-US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vocabModel.js</a:t>
            </a:r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– detail pt2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D512EE-B061-4CC6-6F1F-6633CDF850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541" b="45768"/>
          <a:stretch/>
        </p:blipFill>
        <p:spPr>
          <a:xfrm>
            <a:off x="838200" y="1126793"/>
            <a:ext cx="10032306" cy="230220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08CB4-D598-A996-A42F-113F7A18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322625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Now we can begin to write the format for our model ‘</a:t>
            </a:r>
            <a:r>
              <a:rPr lang="en-GB" sz="22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VocabSchema</a:t>
            </a:r>
            <a:r>
              <a:rPr lang="en-GB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’ by creating a new instance of the Schema class, line 5.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Our user model will have 2 attributes: </a:t>
            </a:r>
            <a:r>
              <a:rPr lang="en-US" sz="22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english</a:t>
            </a: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en-US" sz="22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german</a:t>
            </a: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Each attribute will be defined using a </a:t>
            </a:r>
            <a:r>
              <a:rPr lang="en-US" sz="22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key:value</a:t>
            </a:r>
            <a:r>
              <a:rPr lang="en-US" sz="22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pair, with the key being the name of the attribute, and the value being its type, in this case ‘String’. We can also add some basic validation too.</a:t>
            </a:r>
          </a:p>
        </p:txBody>
      </p:sp>
    </p:spTree>
    <p:extLst>
      <p:ext uri="{BB962C8B-B14F-4D97-AF65-F5344CB8AC3E}">
        <p14:creationId xmlns:p14="http://schemas.microsoft.com/office/powerpoint/2010/main" val="2085339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798"/>
            <a:ext cx="10515600" cy="684742"/>
          </a:xfrm>
        </p:spPr>
        <p:txBody>
          <a:bodyPr>
            <a:noAutofit/>
          </a:bodyPr>
          <a:lstStyle/>
          <a:p>
            <a:r>
              <a:rPr lang="en-US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vocabModel.js</a:t>
            </a:r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– detail pt3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D512EE-B061-4CC6-6F1F-6633CDF850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309"/>
          <a:stretch/>
        </p:blipFill>
        <p:spPr>
          <a:xfrm>
            <a:off x="838200" y="993828"/>
            <a:ext cx="9251197" cy="21229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08CB4-D598-A996-A42F-113F7A18B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0075"/>
            <a:ext cx="10515600" cy="25911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Line 16 we are specifying a name for our collection.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 last step is to solidify this Schema as a data model with mongoose and export it from this file for use in other areas of our project. Notice the different capitalisation, this is not a mistake.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5EDEA-62DF-7DBE-B47B-CF537761FEC8}"/>
              </a:ext>
            </a:extLst>
          </p:cNvPr>
          <p:cNvSpPr txBox="1"/>
          <p:nvPr/>
        </p:nvSpPr>
        <p:spPr>
          <a:xfrm>
            <a:off x="838200" y="5731207"/>
            <a:ext cx="108630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Further reading: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  <a:hlinkClick r:id="rId3"/>
            </a:endParaRPr>
          </a:p>
          <a:p>
            <a:r>
              <a:rPr lang="en-US" sz="2400" dirty="0">
                <a:hlinkClick r:id="rId3"/>
              </a:rPr>
              <a:t>https://dev.to/halented/part-2-creating-models-for-mongodb-with-mongoose-575d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6308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46754"/>
            <a:ext cx="12192000" cy="1564492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6600" spc="70" dirty="0" err="1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vocabRoutes.js</a:t>
            </a:r>
            <a:endParaRPr lang="en-GB" sz="6600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576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5112"/>
            <a:ext cx="10515600" cy="684742"/>
          </a:xfrm>
        </p:spPr>
        <p:txBody>
          <a:bodyPr>
            <a:normAutofit/>
          </a:bodyPr>
          <a:lstStyle/>
          <a:p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api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/models/</a:t>
            </a:r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vocabRoutes.js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- full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22B338-8F95-6D53-5E33-6681399F6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7853"/>
            <a:ext cx="10316632" cy="465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6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58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Setting up routes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24D7B-5617-0227-8DEE-0271D4445FD9}"/>
              </a:ext>
            </a:extLst>
          </p:cNvPr>
          <p:cNvSpPr txBox="1"/>
          <p:nvPr/>
        </p:nvSpPr>
        <p:spPr>
          <a:xfrm>
            <a:off x="838200" y="967600"/>
            <a:ext cx="10918371" cy="561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Routing refers to determining how an application responds to a client request for a specific endpoint, which is a URI (or path) and a specific HTTP request method (GET, POST, and so on).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Each of our routes has different route handler functions, which are executed when the route is matched.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Above we have defined two basic routes(‘/</a:t>
            </a:r>
            <a:r>
              <a:rPr lang="en-GB" sz="2200" dirty="0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words</a:t>
            </a: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’, and ‘/</a:t>
            </a:r>
            <a:r>
              <a:rPr lang="en-GB" sz="2200" dirty="0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</a:t>
            </a: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s/</a:t>
            </a:r>
            <a:r>
              <a:rPr lang="en-GB" sz="22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wordI</a:t>
            </a:r>
            <a:r>
              <a:rPr lang="en-GB" sz="22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d</a:t>
            </a: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’) with different methods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‘/words’ has to methods(‘GET’ and ‘POST’), while ‘/</a:t>
            </a:r>
            <a:r>
              <a:rPr lang="en-GB" sz="2200" dirty="0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words</a:t>
            </a: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/</a:t>
            </a:r>
            <a:r>
              <a:rPr lang="en-GB" sz="22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wordId</a:t>
            </a: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’ has GET, PUT and DELETE.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Also we require the controller so each of the routes methods can call it’s respective handler function.</a:t>
            </a:r>
          </a:p>
        </p:txBody>
      </p:sp>
    </p:spTree>
    <p:extLst>
      <p:ext uri="{BB962C8B-B14F-4D97-AF65-F5344CB8AC3E}">
        <p14:creationId xmlns:p14="http://schemas.microsoft.com/office/powerpoint/2010/main" val="346969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824D7B-5617-0227-8DEE-0271D4445FD9}"/>
              </a:ext>
            </a:extLst>
          </p:cNvPr>
          <p:cNvSpPr txBox="1"/>
          <p:nvPr/>
        </p:nvSpPr>
        <p:spPr>
          <a:xfrm>
            <a:off x="636814" y="290946"/>
            <a:ext cx="10918371" cy="1000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4400" dirty="0">
                <a:solidFill>
                  <a:schemeClr val="accent6"/>
                </a:solidFill>
                <a:effectLst/>
                <a:latin typeface="American Typewriter" panose="02090604020004020304" pitchFamily="18" charset="77"/>
              </a:rPr>
              <a:t>We are creating the following </a:t>
            </a:r>
            <a:r>
              <a:rPr lang="en-GB" sz="4400" dirty="0">
                <a:solidFill>
                  <a:srgbClr val="FF0000"/>
                </a:solidFill>
                <a:effectLst/>
                <a:latin typeface="American Typewriter" panose="02090604020004020304" pitchFamily="18" charset="77"/>
              </a:rPr>
              <a:t>endpoints:</a:t>
            </a:r>
            <a:endParaRPr lang="en-GB" sz="4400" dirty="0">
              <a:solidFill>
                <a:srgbClr val="FF0000"/>
              </a:solidFill>
              <a:effectLst/>
              <a:latin typeface="American Typewriter" panose="02090604020004020304" pitchFamily="18" charset="77"/>
              <a:ea typeface="Helvetica Neue Light" panose="020004030000000200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0D7EBF-687B-3B78-D986-108F2703A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4" y="1574222"/>
            <a:ext cx="10628691" cy="48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8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46754"/>
            <a:ext cx="12192000" cy="1564492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6600" spc="70" dirty="0" err="1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vocabController.js</a:t>
            </a:r>
            <a:endParaRPr lang="en-GB" sz="6600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339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79"/>
            <a:ext cx="10515600" cy="684742"/>
          </a:xfrm>
        </p:spPr>
        <p:txBody>
          <a:bodyPr>
            <a:normAutofit/>
          </a:bodyPr>
          <a:lstStyle/>
          <a:p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api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/controllers/</a:t>
            </a:r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vocabController.js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– 1-24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05E06-A8F5-A899-1DD7-3E2806C82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61" y="808921"/>
            <a:ext cx="6159828" cy="589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30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79"/>
            <a:ext cx="10515600" cy="684742"/>
          </a:xfrm>
        </p:spPr>
        <p:txBody>
          <a:bodyPr>
            <a:normAutofit/>
          </a:bodyPr>
          <a:lstStyle/>
          <a:p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api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/controllers/</a:t>
            </a:r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vocabCotroller.js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– 26 - 46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3FC3AC-EE86-6875-858A-0AC357378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78" y="764821"/>
            <a:ext cx="7543800" cy="59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0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19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Setting up the controller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0C5DE-101E-AA47-41A2-90B4AD1BE570}"/>
              </a:ext>
            </a:extLst>
          </p:cNvPr>
          <p:cNvSpPr txBox="1"/>
          <p:nvPr/>
        </p:nvSpPr>
        <p:spPr>
          <a:xfrm>
            <a:off x="838200" y="1299087"/>
            <a:ext cx="10918371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In this controller, we are writing five different functions namely: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list_all_</a:t>
            </a:r>
            <a:r>
              <a:rPr lang="en-GB" sz="20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</a:t>
            </a:r>
            <a:r>
              <a:rPr lang="en-GB" sz="20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</a:t>
            </a:r>
            <a:endParaRPr lang="en-GB" sz="20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create_a_</a:t>
            </a:r>
            <a:r>
              <a:rPr lang="en-GB" sz="20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</a:t>
            </a:r>
            <a:endParaRPr lang="en-GB" sz="20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read_a_</a:t>
            </a:r>
            <a:r>
              <a:rPr lang="en-GB" sz="20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</a:t>
            </a:r>
            <a:endParaRPr lang="en-GB" sz="20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update_a_</a:t>
            </a:r>
            <a:r>
              <a:rPr lang="en-GB" sz="20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</a:t>
            </a:r>
            <a:endParaRPr lang="en-GB" sz="20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delete_a_</a:t>
            </a:r>
            <a:r>
              <a:rPr lang="en-GB" sz="20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word</a:t>
            </a:r>
            <a:endParaRPr lang="en-GB" sz="20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We will export each of the functions for us to use in our routes.</a:t>
            </a:r>
            <a:b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Each of these functions uses different mongoose methods such as:</a:t>
            </a:r>
          </a:p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find, </a:t>
            </a:r>
            <a:r>
              <a:rPr lang="en-GB" sz="24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findById</a:t>
            </a: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en-GB" sz="24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findOneAndUpdate</a:t>
            </a: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, save and remove.</a:t>
            </a:r>
          </a:p>
        </p:txBody>
      </p:sp>
    </p:spTree>
    <p:extLst>
      <p:ext uri="{BB962C8B-B14F-4D97-AF65-F5344CB8AC3E}">
        <p14:creationId xmlns:p14="http://schemas.microsoft.com/office/powerpoint/2010/main" val="2002948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48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Setting up the controller part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0C5DE-101E-AA47-41A2-90B4AD1BE570}"/>
              </a:ext>
            </a:extLst>
          </p:cNvPr>
          <p:cNvSpPr txBox="1"/>
          <p:nvPr/>
        </p:nvSpPr>
        <p:spPr>
          <a:xfrm>
            <a:off x="838201" y="1346588"/>
            <a:ext cx="10515600" cy="279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Don’t worry too much about the detail of each function but you should be able to get an idea of what is going on each time.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As you can see all the responses are in the </a:t>
            </a:r>
            <a:r>
              <a:rPr lang="en-GB" sz="24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json</a:t>
            </a:r>
            <a:r>
              <a:rPr lang="en-GB" sz="2400" dirty="0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format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At t</a:t>
            </a:r>
            <a:r>
              <a:rPr lang="en-GB" sz="2400" dirty="0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he </a:t>
            </a: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top of the </a:t>
            </a:r>
            <a:r>
              <a:rPr lang="en-GB" sz="2400" dirty="0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file we are requiring the mongoose library and the model ‘Vocab’ that we made in </a:t>
            </a:r>
            <a:r>
              <a:rPr lang="en-GB" sz="2400" dirty="0" err="1">
                <a:solidFill>
                  <a:srgbClr val="444444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vocabModel.js</a:t>
            </a:r>
            <a:endParaRPr lang="en-GB" sz="24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45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46754"/>
            <a:ext cx="12192000" cy="1564492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6600" spc="70" dirty="0" err="1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server.js</a:t>
            </a:r>
            <a:endParaRPr lang="en-GB" sz="6600" spc="70" dirty="0">
              <a:solidFill>
                <a:schemeClr val="bg1"/>
              </a:solidFill>
              <a:latin typeface="Helvetica Neue Thin" panose="020B0403020202020204" pitchFamily="34" charset="0"/>
              <a:ea typeface="Helvetica Neue Thin" panose="020B0403020202020204" pitchFamily="34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555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48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Wiring it all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0C5DE-101E-AA47-41A2-90B4AD1BE570}"/>
              </a:ext>
            </a:extLst>
          </p:cNvPr>
          <p:cNvSpPr txBox="1"/>
          <p:nvPr/>
        </p:nvSpPr>
        <p:spPr>
          <a:xfrm>
            <a:off x="838201" y="1346588"/>
            <a:ext cx="1051560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Earlier on, we had a minimal code for our server to be up and running in the </a:t>
            </a:r>
            <a:r>
              <a:rPr lang="en-GB" sz="24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server.js</a:t>
            </a: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In this section we will be connecting our handlers(controllers), database, the created models, body parser and the created routes together.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Open the </a:t>
            </a:r>
            <a:r>
              <a:rPr lang="en-GB" sz="24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server.js</a:t>
            </a: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file created a while ago and follow the following steps to put everything together.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Essentially, you will be replacing the code in your </a:t>
            </a:r>
            <a:r>
              <a:rPr lang="en-GB" sz="2400" dirty="0" err="1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server.js</a:t>
            </a: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 with the code snippet from this section</a:t>
            </a:r>
          </a:p>
        </p:txBody>
      </p:sp>
    </p:spTree>
    <p:extLst>
      <p:ext uri="{BB962C8B-B14F-4D97-AF65-F5344CB8AC3E}">
        <p14:creationId xmlns:p14="http://schemas.microsoft.com/office/powerpoint/2010/main" val="134605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179"/>
            <a:ext cx="10515600" cy="684742"/>
          </a:xfrm>
        </p:spPr>
        <p:txBody>
          <a:bodyPr>
            <a:normAutofit/>
          </a:bodyPr>
          <a:lstStyle/>
          <a:p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server/</a:t>
            </a:r>
            <a:r>
              <a:rPr lang="en-US" sz="36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server.js</a:t>
            </a:r>
            <a:r>
              <a:rPr lang="en-US" sz="36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. – full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55435-FF31-F658-1789-460C87B4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8921"/>
            <a:ext cx="7772400" cy="592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5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35448"/>
            <a:ext cx="10659533" cy="1128514"/>
          </a:xfrm>
        </p:spPr>
        <p:txBody>
          <a:bodyPr>
            <a:noAutofit/>
          </a:bodyPr>
          <a:lstStyle/>
          <a:p>
            <a:r>
              <a:rPr lang="en-US" sz="54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Important – line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245EA-938B-12A0-AC78-2CC0DD5E367A}"/>
              </a:ext>
            </a:extLst>
          </p:cNvPr>
          <p:cNvSpPr txBox="1"/>
          <p:nvPr/>
        </p:nvSpPr>
        <p:spPr>
          <a:xfrm>
            <a:off x="838199" y="1482848"/>
            <a:ext cx="105156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If working with your University Mongo account use this line but change pm76 to your username in all 3 places !!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6AB-0660-9BCC-43BC-357452E855C4}"/>
              </a:ext>
            </a:extLst>
          </p:cNvPr>
          <p:cNvSpPr txBox="1"/>
          <p:nvPr/>
        </p:nvSpPr>
        <p:spPr>
          <a:xfrm>
            <a:off x="798284" y="4043382"/>
            <a:ext cx="10515600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If working at home on your localhost use this connection string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EBF3A1-2448-E39C-11A2-D30E2015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249" r="18842" b="55769"/>
          <a:stretch/>
        </p:blipFill>
        <p:spPr>
          <a:xfrm>
            <a:off x="292700" y="5422367"/>
            <a:ext cx="11208659" cy="419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7AB565-E3B3-0C6C-5F0C-AB385848BE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46" t="47025" r="11298" b="46701"/>
          <a:stretch/>
        </p:blipFill>
        <p:spPr>
          <a:xfrm>
            <a:off x="176587" y="3066632"/>
            <a:ext cx="11741094" cy="5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9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server.js</a:t>
            </a:r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 differences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2262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Do not worry too much about the differences between the server file here and the one for the lab task. As I said this system is built from a book that is loosely based on the lab task tutorial and the author has made some additions to the code. Just copy it out and all should be fine.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CORS if you are interested, it’s quite complicated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https://developer.mozilla.org/en-US/docs/Web/HTTP/CORS</a:t>
            </a: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8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48"/>
            <a:ext cx="10515600" cy="662781"/>
          </a:xfrm>
        </p:spPr>
        <p:txBody>
          <a:bodyPr>
            <a:noAutofit/>
          </a:bodyPr>
          <a:lstStyle/>
          <a:p>
            <a:r>
              <a:rPr lang="en-US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Body-parser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0C5DE-101E-AA47-41A2-90B4AD1BE570}"/>
              </a:ext>
            </a:extLst>
          </p:cNvPr>
          <p:cNvSpPr txBox="1"/>
          <p:nvPr/>
        </p:nvSpPr>
        <p:spPr>
          <a:xfrm>
            <a:off x="838197" y="1098229"/>
            <a:ext cx="1051560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GB" sz="2400" dirty="0">
                <a:solidFill>
                  <a:srgbClr val="444444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https://www.simplilearn.com/tutorials/nodejs-tutorial/body-parser-in-express-js</a:t>
            </a:r>
            <a:endParaRPr lang="en-GB" sz="24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444444"/>
              </a:solidFill>
              <a:effectLst/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5E5C7-324B-60D8-F9D9-2289BCECB3B7}"/>
              </a:ext>
            </a:extLst>
          </p:cNvPr>
          <p:cNvSpPr txBox="1"/>
          <p:nvPr/>
        </p:nvSpPr>
        <p:spPr>
          <a:xfrm>
            <a:off x="838198" y="1761010"/>
            <a:ext cx="10918373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22222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Body Parser is a middleware of Node JS used to handle HTTP POST request.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22222"/>
                </a:solidFill>
                <a:effectLst/>
                <a:latin typeface="Helvetica Neue Light" panose="02000403000000020004" pitchFamily="2" charset="0"/>
                <a:ea typeface="Helvetica Neue Light" panose="02000403000000020004" pitchFamily="2" charset="0"/>
              </a:rPr>
              <a:t>Body Parser can parse a string based client request body into JavaScript Object which we can use in our application.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Specifically in the context of a POST or PUT HTTP requests where the information you want is contained in the body.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Using body-parser allows you to access </a:t>
            </a:r>
            <a:r>
              <a:rPr lang="en-US" sz="2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req.body</a:t>
            </a: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from within routes and use that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For example: To create a user in a database.      </a:t>
            </a:r>
          </a:p>
        </p:txBody>
      </p:sp>
    </p:spTree>
    <p:extLst>
      <p:ext uri="{BB962C8B-B14F-4D97-AF65-F5344CB8AC3E}">
        <p14:creationId xmlns:p14="http://schemas.microsoft.com/office/powerpoint/2010/main" val="367590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46754"/>
            <a:ext cx="12192000" cy="1564492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66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Testing the API</a:t>
            </a:r>
          </a:p>
        </p:txBody>
      </p:sp>
    </p:spTree>
    <p:extLst>
      <p:ext uri="{BB962C8B-B14F-4D97-AF65-F5344CB8AC3E}">
        <p14:creationId xmlns:p14="http://schemas.microsoft.com/office/powerpoint/2010/main" val="2541517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685"/>
            <a:ext cx="10515600" cy="1051391"/>
          </a:xfrm>
        </p:spPr>
        <p:txBody>
          <a:bodyPr>
            <a:normAutofit fontScale="90000"/>
          </a:bodyPr>
          <a:lstStyle/>
          <a:p>
            <a:r>
              <a:rPr lang="en-US" sz="6000" spc="60" dirty="0">
                <a:solidFill>
                  <a:schemeClr val="accent6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Testing the API with Postcode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67524"/>
            <a:ext cx="10708037" cy="5745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Refer to slides 54 to 64 of the main lecture today 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F95DC-C04A-8782-E220-E293094C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86830"/>
            <a:ext cx="8675424" cy="1423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200453-2793-550F-BC21-754E9BFD9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254577"/>
            <a:ext cx="8675423" cy="344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9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512" y="238861"/>
            <a:ext cx="10708037" cy="5745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GET one word by ID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36CFF9-1717-DFC6-3673-BA0087BDF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1040463"/>
            <a:ext cx="7319963" cy="544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9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B4E8DFC-3FD8-5683-5888-E9F5083DB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512" y="238861"/>
            <a:ext cx="10708037" cy="57457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Update with PUT</a:t>
            </a:r>
            <a:endParaRPr lang="en-US" sz="2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1E2C67-4F2C-22CB-5D0D-64E6347E6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914400"/>
            <a:ext cx="7543408" cy="54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5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41000">
              <a:schemeClr val="accent6"/>
            </a:gs>
            <a:gs pos="100000">
              <a:schemeClr val="accent6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6827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11188</TotalTime>
  <Words>1027</Words>
  <Application>Microsoft Macintosh PowerPoint</Application>
  <PresentationFormat>Widescreen</PresentationFormat>
  <Paragraphs>80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American Typewriter</vt:lpstr>
      <vt:lpstr>Arial</vt:lpstr>
      <vt:lpstr>Calibri</vt:lpstr>
      <vt:lpstr>Calibri Light</vt:lpstr>
      <vt:lpstr>Helvetica Neue Light</vt:lpstr>
      <vt:lpstr>Helvetica Neue Thin</vt:lpstr>
      <vt:lpstr>Office Theme</vt:lpstr>
      <vt:lpstr>COMP 1842</vt:lpstr>
      <vt:lpstr>Recap</vt:lpstr>
      <vt:lpstr>Introduction</vt:lpstr>
      <vt:lpstr>Install Postcode</vt:lpstr>
      <vt:lpstr>Postcode</vt:lpstr>
      <vt:lpstr>PowerPoint Presentation</vt:lpstr>
      <vt:lpstr>api/models/vocabModel.js. - full code</vt:lpstr>
      <vt:lpstr>vocabModel.js. – detail pt1</vt:lpstr>
      <vt:lpstr>vocabModel.js. – detail pt2</vt:lpstr>
      <vt:lpstr>vocabModel.js. – detail pt3</vt:lpstr>
      <vt:lpstr>PowerPoint Presentation</vt:lpstr>
      <vt:lpstr>api/models/vocabRoutes.js. - full code</vt:lpstr>
      <vt:lpstr>Setting up routes</vt:lpstr>
      <vt:lpstr>PowerPoint Presentation</vt:lpstr>
      <vt:lpstr>PowerPoint Presentation</vt:lpstr>
      <vt:lpstr>api/controllers/vocabController.js. – 1-24</vt:lpstr>
      <vt:lpstr>api/controllers/vocabCotroller.js. – 26 - 46</vt:lpstr>
      <vt:lpstr>Setting up the controller</vt:lpstr>
      <vt:lpstr>Setting up the controller part 2</vt:lpstr>
      <vt:lpstr>PowerPoint Presentation</vt:lpstr>
      <vt:lpstr>Wiring it all together</vt:lpstr>
      <vt:lpstr>server/server.js. – full code</vt:lpstr>
      <vt:lpstr>Important – line 10</vt:lpstr>
      <vt:lpstr>server.js differences</vt:lpstr>
      <vt:lpstr>Body-parser</vt:lpstr>
      <vt:lpstr>PowerPoint Presentation</vt:lpstr>
      <vt:lpstr>Testing the API with Postcode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93</cp:revision>
  <dcterms:created xsi:type="dcterms:W3CDTF">2020-06-28T01:46:05Z</dcterms:created>
  <dcterms:modified xsi:type="dcterms:W3CDTF">2025-02-25T11:47:48Z</dcterms:modified>
</cp:coreProperties>
</file>