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1" r:id="rId3"/>
    <p:sldId id="258" r:id="rId4"/>
    <p:sldId id="270" r:id="rId5"/>
    <p:sldId id="292" r:id="rId6"/>
    <p:sldId id="337" r:id="rId7"/>
    <p:sldId id="338" r:id="rId8"/>
    <p:sldId id="269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290" r:id="rId26"/>
    <p:sldId id="26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B50"/>
    <a:srgbClr val="FF574B"/>
    <a:srgbClr val="D34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15"/>
    <p:restoredTop sz="86395"/>
  </p:normalViewPr>
  <p:slideViewPr>
    <p:cSldViewPr snapToGrid="0" snapToObjects="1">
      <p:cViewPr varScale="1">
        <p:scale>
          <a:sx n="85" d="100"/>
          <a:sy n="85" d="100"/>
        </p:scale>
        <p:origin x="176" y="10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nodemon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cors" TargetMode="External"/><Relationship Id="rId7" Type="http://schemas.openxmlformats.org/officeDocument/2006/relationships/hyperlink" Target="https://medium.com/spidernitt/orm-and-odm-a-brief-introduction-369046ec57eb" TargetMode="External"/><Relationship Id="rId2" Type="http://schemas.openxmlformats.org/officeDocument/2006/relationships/hyperlink" Target="https://www.npmjs.com/package/expres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pmjs.com/package/mongoose" TargetMode="External"/><Relationship Id="rId5" Type="http://schemas.openxmlformats.org/officeDocument/2006/relationships/hyperlink" Target="https://www.npmjs.com/package/body-parser" TargetMode="External"/><Relationship Id="rId4" Type="http://schemas.openxmlformats.org/officeDocument/2006/relationships/hyperlink" Target="http://en.wikipedia.org/wiki/Cross-origin_resource_sharing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eveloper.mozilla.org/en-US/docs/Web/JavaScript/Reference/Template_literal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375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1842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40041"/>
            <a:ext cx="12192000" cy="1244392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Coursework CRUD system part 1</a:t>
            </a:r>
          </a:p>
          <a:p>
            <a:endParaRPr lang="en-US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This is for the coursework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These notes form the first part of the CRUD system you are making for your coursework.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Just getting all this working is no small achievement so go slow.</a:t>
            </a:r>
          </a:p>
        </p:txBody>
      </p:sp>
    </p:spTree>
    <p:extLst>
      <p:ext uri="{BB962C8B-B14F-4D97-AF65-F5344CB8AC3E}">
        <p14:creationId xmlns:p14="http://schemas.microsoft.com/office/powerpoint/2010/main" val="2854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week we will create our server folder/file structure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Install the necessary dependencies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Set up our basic Node server.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Follow very carefully, if it all goes wrong you can just bin it and start again.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My materials will be based on me working on Virtual Desktop or my Mac. This code should be the same wherever you run it!</a:t>
            </a:r>
          </a:p>
        </p:txBody>
      </p:sp>
    </p:spTree>
    <p:extLst>
      <p:ext uri="{BB962C8B-B14F-4D97-AF65-F5344CB8AC3E}">
        <p14:creationId xmlns:p14="http://schemas.microsoft.com/office/powerpoint/2010/main" val="35913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Finished system demo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2044A5-9280-D1F9-F056-86362771A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32435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8B30FE-0747-8929-BC12-164E55B1A48E}"/>
              </a:ext>
            </a:extLst>
          </p:cNvPr>
          <p:cNvSpPr txBox="1"/>
          <p:nvPr/>
        </p:nvSpPr>
        <p:spPr>
          <a:xfrm>
            <a:off x="728333" y="5167312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http://localhost:8080/words/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75994-3256-F1B4-9252-786A501FBFEF}"/>
              </a:ext>
            </a:extLst>
          </p:cNvPr>
          <p:cNvSpPr txBox="1"/>
          <p:nvPr/>
        </p:nvSpPr>
        <p:spPr>
          <a:xfrm>
            <a:off x="838200" y="5605709"/>
            <a:ext cx="9693925" cy="88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Back-end    </a:t>
            </a:r>
            <a:r>
              <a:rPr lang="en-GB" sz="18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cd </a:t>
            </a:r>
            <a:r>
              <a:rPr lang="en-GB" sz="1800" dirty="0" err="1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uni</a:t>
            </a:r>
            <a:r>
              <a:rPr lang="en-GB" sz="18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/vocab/vocab-wk10-pt2/server </a:t>
            </a:r>
            <a:r>
              <a:rPr lang="en-GB" sz="18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then</a:t>
            </a:r>
            <a:r>
              <a:rPr lang="en-GB" sz="18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GB" sz="1800" dirty="0" err="1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npm</a:t>
            </a:r>
            <a:r>
              <a:rPr lang="en-GB" sz="18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run start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Front-end    </a:t>
            </a:r>
            <a:r>
              <a:rPr lang="en-GB" sz="18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cd </a:t>
            </a:r>
            <a:r>
              <a:rPr lang="en-GB" sz="1800" dirty="0" err="1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uni</a:t>
            </a:r>
            <a:r>
              <a:rPr lang="en-GB" sz="18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/vocab/vocab-wk10-pt2/front-end </a:t>
            </a:r>
            <a:r>
              <a:rPr lang="en-GB" sz="18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then  </a:t>
            </a:r>
            <a:r>
              <a:rPr lang="en-GB" sz="1800" dirty="0" err="1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npm</a:t>
            </a:r>
            <a:r>
              <a:rPr lang="en-GB" sz="18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run serve</a:t>
            </a:r>
            <a:endParaRPr lang="en-US" sz="1800" dirty="0"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24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Based on </a:t>
            </a:r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sitepoint</a:t>
            </a:r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book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8CF0B6-08AC-4506-EE31-BFC8F38AB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0491"/>
            <a:ext cx="10737543" cy="372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5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E28EE63-3D92-DDC0-322E-4575E6B20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97" y="1690688"/>
            <a:ext cx="5966578" cy="208683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97" y="25163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Install </a:t>
            </a:r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nodemon</a:t>
            </a:r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globally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176" y="1690688"/>
            <a:ext cx="5578695" cy="25215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Run this command in the </a:t>
            </a:r>
            <a:r>
              <a:rPr lang="en-GB" b="1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node command prompt </a:t>
            </a: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 the labs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npm</a:t>
            </a: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install –g </a:t>
            </a:r>
            <a:r>
              <a:rPr lang="en-GB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nodemon</a:t>
            </a: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B2DCB5-4929-2448-857F-D25D9DD64BB3}"/>
              </a:ext>
            </a:extLst>
          </p:cNvPr>
          <p:cNvCxnSpPr>
            <a:cxnSpLocks/>
          </p:cNvCxnSpPr>
          <p:nvPr/>
        </p:nvCxnSpPr>
        <p:spPr>
          <a:xfrm flipH="1" flipV="1">
            <a:off x="4197246" y="2365858"/>
            <a:ext cx="2323659" cy="40732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8FEAC94-D481-5EF4-4963-277525F2EEA1}"/>
              </a:ext>
            </a:extLst>
          </p:cNvPr>
          <p:cNvSpPr txBox="1">
            <a:spLocks/>
          </p:cNvSpPr>
          <p:nvPr/>
        </p:nvSpPr>
        <p:spPr>
          <a:xfrm>
            <a:off x="6808177" y="4852198"/>
            <a:ext cx="5578695" cy="13712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can check it has installed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nodemon</a:t>
            </a: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-v</a:t>
            </a:r>
            <a:endParaRPr lang="en-GB" sz="2400" spc="80" dirty="0"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15" name="Picture 1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EE96608-CF8F-F52A-1061-07395DB05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97" y="5167312"/>
            <a:ext cx="5964168" cy="79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501F03B-6A90-909A-8C11-97DE08749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015" y="278515"/>
            <a:ext cx="8103433" cy="57566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AC9C30-61E7-456E-125D-908B4029441A}"/>
              </a:ext>
            </a:extLst>
          </p:cNvPr>
          <p:cNvSpPr txBox="1"/>
          <p:nvPr/>
        </p:nvSpPr>
        <p:spPr>
          <a:xfrm>
            <a:off x="2884981" y="6211669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https://www.npmjs.com/package/nodemon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84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Creating the Node Back End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453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week and next week we’ll create a RESTful API for our Vue front end to consume and test it using 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PostCode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 a VS code plugin for testing APIs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We won’t want to go into too much detail on how a RESTful API works this week.</a:t>
            </a: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9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Directory structure </a:t>
            </a:r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pt</a:t>
            </a:r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1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04933" cy="26864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On your G Drive (or at home) create folder ‘vocab-builder’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Please follow the naming conventions and structure </a:t>
            </a:r>
            <a:r>
              <a:rPr lang="en-GB" sz="3200" b="1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exactly.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Inside this folder create folder ‘server’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31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Directory structure pt2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95189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Inside ‘server’ create ‘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api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Inside ‘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api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’ create ’controllers’, ‘models’, ‘routes’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51E103-E3E3-753C-8963-F6E9806E5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12456"/>
            <a:ext cx="10859374" cy="8279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533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Directory structure pt3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1"/>
            <a:ext cx="10224541" cy="115741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Now open folder ‘vocab-builder’ from within VS code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67C5C6-42EF-D105-4A89-3330A9A61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1381"/>
            <a:ext cx="8089232" cy="312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40562F-966C-B65F-28CC-922C318B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5" y="3009911"/>
            <a:ext cx="9371416" cy="323447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Create files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1"/>
            <a:ext cx="10224541" cy="115741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Using the new file icon create the following 3 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js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files in their corresponding folders. Be very careful with spelling and Caps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518B67-B37B-51C1-2B8C-984E75BD1C9B}"/>
              </a:ext>
            </a:extLst>
          </p:cNvPr>
          <p:cNvCxnSpPr>
            <a:cxnSpLocks/>
          </p:cNvCxnSpPr>
          <p:nvPr/>
        </p:nvCxnSpPr>
        <p:spPr>
          <a:xfrm flipH="1">
            <a:off x="2743200" y="2113613"/>
            <a:ext cx="419725" cy="131538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37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F14C65-0A4E-7B9D-9079-BC3245CCC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7020"/>
            <a:ext cx="7542546" cy="246692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Create files pt2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21"/>
            <a:ext cx="10224541" cy="115741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Making sure you are now in the server folder, create 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server.js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518B67-B37B-51C1-2B8C-984E75BD1C9B}"/>
              </a:ext>
            </a:extLst>
          </p:cNvPr>
          <p:cNvCxnSpPr>
            <a:cxnSpLocks/>
          </p:cNvCxnSpPr>
          <p:nvPr/>
        </p:nvCxnSpPr>
        <p:spPr>
          <a:xfrm flipH="1">
            <a:off x="3252866" y="2262474"/>
            <a:ext cx="2697604" cy="140800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6CE07F-C227-0B11-8D70-BAF51793353B}"/>
              </a:ext>
            </a:extLst>
          </p:cNvPr>
          <p:cNvCxnSpPr>
            <a:cxnSpLocks/>
          </p:cNvCxnSpPr>
          <p:nvPr/>
        </p:nvCxnSpPr>
        <p:spPr>
          <a:xfrm flipH="1">
            <a:off x="7259608" y="2437020"/>
            <a:ext cx="1828802" cy="71136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A900538-B5C9-5526-5604-3B414D2B5F18}"/>
              </a:ext>
            </a:extLst>
          </p:cNvPr>
          <p:cNvSpPr txBox="1">
            <a:spLocks/>
          </p:cNvSpPr>
          <p:nvPr/>
        </p:nvSpPr>
        <p:spPr>
          <a:xfrm>
            <a:off x="690797" y="5332179"/>
            <a:ext cx="10224541" cy="1157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Leaving VS code open go to the node 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js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command prompt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80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273BB3-8BEF-34C0-DDF7-47165F58C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5" y="3114686"/>
            <a:ext cx="9820503" cy="202645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Node command prompt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737535"/>
            <a:ext cx="10719216" cy="115741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Using cd navigate to </a:t>
            </a:r>
            <a:r>
              <a:rPr lang="en-GB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vocab-builder/server 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in the command prompt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518B67-B37B-51C1-2B8C-984E75BD1C9B}"/>
              </a:ext>
            </a:extLst>
          </p:cNvPr>
          <p:cNvCxnSpPr>
            <a:cxnSpLocks/>
          </p:cNvCxnSpPr>
          <p:nvPr/>
        </p:nvCxnSpPr>
        <p:spPr>
          <a:xfrm flipH="1">
            <a:off x="6252423" y="2388684"/>
            <a:ext cx="223328" cy="108020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68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Node command prompt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737535"/>
            <a:ext cx="10719216" cy="15592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Once in the server directory run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 err="1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npm</a:t>
            </a:r>
            <a:r>
              <a:rPr lang="en-GB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init</a:t>
            </a:r>
            <a:r>
              <a:rPr lang="en-GB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-y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92EE9-0E27-88BD-9FCA-EFAB7FC8D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22187"/>
            <a:ext cx="10289848" cy="984246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10AE217-02C5-AA63-0AEE-D86E18AFC2A2}"/>
              </a:ext>
            </a:extLst>
          </p:cNvPr>
          <p:cNvSpPr txBox="1">
            <a:spLocks/>
          </p:cNvSpPr>
          <p:nvPr/>
        </p:nvSpPr>
        <p:spPr>
          <a:xfrm>
            <a:off x="736392" y="5131860"/>
            <a:ext cx="10719216" cy="984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npm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init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initialises the project and creates our 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package.json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file</a:t>
            </a:r>
            <a:endParaRPr lang="en-GB" dirty="0"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54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npm</a:t>
            </a:r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</a:t>
            </a:r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init</a:t>
            </a:r>
            <a:endParaRPr lang="en-US" sz="6000" spc="60" dirty="0">
              <a:solidFill>
                <a:schemeClr val="accent6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438834"/>
            <a:ext cx="10719216" cy="15592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When you run the command you should see something like this, with the package file appearing in your VS code window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C1957-6B0C-29DF-235E-54A19C72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5" y="2998059"/>
            <a:ext cx="6171820" cy="3439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18343D-16A0-8CD8-E55D-B7766B35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810" y="2998059"/>
            <a:ext cx="4332836" cy="250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7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Structure at this point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438834"/>
            <a:ext cx="10719216" cy="15592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Your folder and file structure should match this, </a:t>
            </a:r>
            <a:r>
              <a:rPr lang="en-GB" b="1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if not go no further!!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63DF-D4CA-8635-AC93-D65D0FBF6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4" y="2268369"/>
            <a:ext cx="5897729" cy="431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7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5" y="11327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Install the dependencies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258952"/>
            <a:ext cx="10719216" cy="512685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For our API, we’ll be using the following libraries: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express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—a small framework for Node that provides many useful features, such as routing and middleware.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3"/>
              </a:rPr>
              <a:t>cors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—Express middleware that can be used to enable 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4"/>
              </a:rPr>
              <a:t>CORS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in our project.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5"/>
              </a:rPr>
              <a:t>body-parser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—Express middleware to parse the body of incoming requests.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6"/>
              </a:rPr>
              <a:t>mongoose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—a MongoDB ODM (the NoSQL equivalent of an ORM) for Node. It provides a simple validation and query API to help you interact with your MongoDB database. (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7"/>
              </a:rPr>
              <a:t>ORM and ODM explained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5877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5" y="11327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Install the dependencies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EE11C-E32F-E918-75DE-3010966BE764}"/>
              </a:ext>
            </a:extLst>
          </p:cNvPr>
          <p:cNvSpPr txBox="1"/>
          <p:nvPr/>
        </p:nvSpPr>
        <p:spPr>
          <a:xfrm>
            <a:off x="892815" y="2446673"/>
            <a:ext cx="8480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express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body-parser mongoose@6.2.4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44056-95DB-608F-D6E8-EF9CA11F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220768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Making sure you are still in the server directory run this command in the node command prompt – notice we are specifying an exact version of mongoose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AD403B-845D-88B4-4822-FF49B56BB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18" y="3075844"/>
            <a:ext cx="6984245" cy="2822799"/>
          </a:xfrm>
          <a:prstGeom prst="rect">
            <a:avLst/>
          </a:prstGeom>
        </p:spPr>
      </p:pic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9C6ABBE1-2FF9-7479-AD3F-19FCA3029095}"/>
              </a:ext>
            </a:extLst>
          </p:cNvPr>
          <p:cNvSpPr txBox="1">
            <a:spLocks/>
          </p:cNvSpPr>
          <p:nvPr/>
        </p:nvSpPr>
        <p:spPr>
          <a:xfrm>
            <a:off x="892815" y="6004667"/>
            <a:ext cx="9387758" cy="60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i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NB - I chose to fix the severe vulnerabilities when prompted.</a:t>
            </a:r>
          </a:p>
        </p:txBody>
      </p:sp>
    </p:spTree>
    <p:extLst>
      <p:ext uri="{BB962C8B-B14F-4D97-AF65-F5344CB8AC3E}">
        <p14:creationId xmlns:p14="http://schemas.microsoft.com/office/powerpoint/2010/main" val="339142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5" y="11327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 VS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44056-95DB-608F-D6E8-EF9CA11F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220768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You should now see a new folder called </a:t>
            </a:r>
            <a:r>
              <a:rPr lang="en-US" sz="2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node_modules</a:t>
            </a: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that contains many folders including the ones we just asked to install.</a:t>
            </a:r>
          </a:p>
        </p:txBody>
      </p:sp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8884D3E-7A51-3A45-85B8-5256C666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4" y="2546330"/>
            <a:ext cx="5732837" cy="368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7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26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package.json</a:t>
            </a:r>
            <a:endParaRPr lang="en-US" sz="6000" spc="60" dirty="0">
              <a:solidFill>
                <a:schemeClr val="accent6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44056-95DB-608F-D6E8-EF9CA11F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220768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Open the main </a:t>
            </a:r>
            <a:r>
              <a:rPr lang="en-US" sz="2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package.json</a:t>
            </a: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 in the server folder and change line 8 to read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600" b="0" i="1" dirty="0">
                <a:solidFill>
                  <a:srgbClr val="00B0F0"/>
                </a:solidFill>
                <a:effectLst/>
                <a:latin typeface="Menlo" panose="020B0609030804020204" pitchFamily="49" charset="0"/>
              </a:rPr>
              <a:t>"start"</a:t>
            </a:r>
            <a:r>
              <a:rPr lang="en-GB" sz="1600" b="0" dirty="0">
                <a:solidFill>
                  <a:srgbClr val="00B0F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"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nodemon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effectLst/>
                <a:latin typeface="Menlo" panose="020B0609030804020204" pitchFamily="49" charset="0"/>
              </a:rPr>
              <a:t>server.js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”   </a:t>
            </a:r>
            <a:r>
              <a:rPr lang="en-GB" sz="2400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now save changes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9E922C-FC9F-2F7C-ADE4-8958DA8DD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5" y="2816154"/>
            <a:ext cx="10655402" cy="332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7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26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Create the server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44056-95DB-608F-D6E8-EF9CA11F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4" y="1220769"/>
            <a:ext cx="10608795" cy="120867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Copy this code carefully into the 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server.js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 and save.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Notice the use of </a:t>
            </a:r>
            <a:r>
              <a:rPr lang="en-GB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back ticks </a:t>
            </a:r>
            <a:r>
              <a:rPr lang="en-GB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not single quotes on line 11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3543A-14B3-F36B-058B-1C181BA5F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5" y="2429445"/>
            <a:ext cx="10010727" cy="41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1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26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run the server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44056-95DB-608F-D6E8-EF9CA11F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220769"/>
            <a:ext cx="10515600" cy="9827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Go into the terminal and type  </a:t>
            </a:r>
            <a:r>
              <a:rPr lang="en-GB" sz="2400" dirty="0" err="1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npm</a:t>
            </a:r>
            <a:r>
              <a:rPr lang="en-GB" sz="24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run start</a:t>
            </a: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You should see a message that the server has started on port 3000. If you visit </a:t>
            </a:r>
            <a:r>
              <a:rPr lang="en-GB" sz="2400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http://localhost:3000/</a:t>
            </a: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you should see “Hello, World!” displayed.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DB3030-7AAB-FC21-8360-4FFC624D8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91394"/>
            <a:ext cx="6527463" cy="2926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50E799-4A37-7884-C12A-8F05E45F5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5308600"/>
            <a:ext cx="61595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1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26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nodemon</a:t>
            </a:r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working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44056-95DB-608F-D6E8-EF9CA11F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15" y="1220768"/>
            <a:ext cx="10515600" cy="204708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Leave the server running, go back to VS code and change the message to include your name, when you save the file. </a:t>
            </a:r>
            <a:r>
              <a:rPr lang="en-GB" sz="2400" dirty="0" err="1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nodemon</a:t>
            </a: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 automatically restarts the server for you without having to run the command again. Control C to stop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7DA2BB-ECF3-DACF-1E39-96366D839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5" y="3094417"/>
            <a:ext cx="6527800" cy="3365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7BA761-AAF3-5B1B-5D9E-A0BAF7A0A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25254"/>
            <a:ext cx="5896818" cy="12768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59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Enough for one day.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4536918-1499-9848-A78B-FF6E35AB8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596921" cy="451524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There is a great deal that can go wrong getting this far, I’ve had all sorts of difficulties with version control and constantly updated dependencies etc.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If it all goes horribly wrong just bin it all and start again, you won't break anything.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1030" name="Picture 6" descr="slide GIF">
            <a:extLst>
              <a:ext uri="{FF2B5EF4-FFF2-40B4-BE49-F238E27FC236}">
                <a16:creationId xmlns:a16="http://schemas.microsoft.com/office/drawing/2014/main" id="{192E65FB-16E6-BE1C-6220-3BFC0AC8D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121" y="1980538"/>
            <a:ext cx="4527030" cy="38042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8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47136"/>
            <a:ext cx="12192000" cy="515276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00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47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6141</TotalTime>
  <Words>832</Words>
  <Application>Microsoft Macintosh PowerPoint</Application>
  <PresentationFormat>Widescreen</PresentationFormat>
  <Paragraphs>77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American Typewriter</vt:lpstr>
      <vt:lpstr>Arial</vt:lpstr>
      <vt:lpstr>Calibri</vt:lpstr>
      <vt:lpstr>Calibri Light</vt:lpstr>
      <vt:lpstr>Courier New</vt:lpstr>
      <vt:lpstr>Helvetica Neue Light</vt:lpstr>
      <vt:lpstr>Helvetica Neue Thin</vt:lpstr>
      <vt:lpstr>Menlo</vt:lpstr>
      <vt:lpstr>Office Theme</vt:lpstr>
      <vt:lpstr>COMP 1842</vt:lpstr>
      <vt:lpstr>This is for the coursework</vt:lpstr>
      <vt:lpstr>Introduction</vt:lpstr>
      <vt:lpstr>Finished system demo</vt:lpstr>
      <vt:lpstr>Based on sitepoint book</vt:lpstr>
      <vt:lpstr>Install nodemon globally</vt:lpstr>
      <vt:lpstr>PowerPoint Presentation</vt:lpstr>
      <vt:lpstr>Creating the Node Back End</vt:lpstr>
      <vt:lpstr>Directory structure pt 1</vt:lpstr>
      <vt:lpstr>Directory structure pt2</vt:lpstr>
      <vt:lpstr>Directory structure pt3</vt:lpstr>
      <vt:lpstr>Create files</vt:lpstr>
      <vt:lpstr>Create files pt2</vt:lpstr>
      <vt:lpstr>Node command prompt</vt:lpstr>
      <vt:lpstr>Node command prompt</vt:lpstr>
      <vt:lpstr>npm init</vt:lpstr>
      <vt:lpstr>Structure at this point</vt:lpstr>
      <vt:lpstr>Install the dependencies</vt:lpstr>
      <vt:lpstr>Install the dependencies</vt:lpstr>
      <vt:lpstr>In VS code</vt:lpstr>
      <vt:lpstr>package.json</vt:lpstr>
      <vt:lpstr>Create the server</vt:lpstr>
      <vt:lpstr>run the server</vt:lpstr>
      <vt:lpstr>nodemon working</vt:lpstr>
      <vt:lpstr>Enough for one day.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79</cp:revision>
  <dcterms:created xsi:type="dcterms:W3CDTF">2020-06-28T01:46:05Z</dcterms:created>
  <dcterms:modified xsi:type="dcterms:W3CDTF">2025-02-17T10:13:46Z</dcterms:modified>
</cp:coreProperties>
</file>