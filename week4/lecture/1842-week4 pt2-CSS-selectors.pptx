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426" r:id="rId4"/>
    <p:sldId id="427" r:id="rId5"/>
    <p:sldId id="428" r:id="rId6"/>
    <p:sldId id="429" r:id="rId7"/>
    <p:sldId id="430" r:id="rId8"/>
    <p:sldId id="431" r:id="rId9"/>
    <p:sldId id="432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73F"/>
    <a:srgbClr val="FF5B50"/>
    <a:srgbClr val="FF5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05"/>
    <p:restoredTop sz="86395"/>
  </p:normalViewPr>
  <p:slideViewPr>
    <p:cSldViewPr snapToGrid="0" snapToObjects="1">
      <p:cViewPr varScale="1">
        <p:scale>
          <a:sx n="119" d="100"/>
          <a:sy n="119" d="100"/>
        </p:scale>
        <p:origin x="208" y="3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BFAE6-79CC-244D-8CB2-1911EDF3EFDB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C2755-50AC-054C-93FD-C626B7C8B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82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css-selectors-cheat-she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almanac/selectors/n/nth-child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Reference" TargetMode="External"/><Relationship Id="rId2" Type="http://schemas.openxmlformats.org/officeDocument/2006/relationships/hyperlink" Target="https://css-tricks.com/almana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flukeout.github.io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4324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22156"/>
            <a:ext cx="12192000" cy="1545672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Week 4 part 2 </a:t>
            </a:r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– CSS Selectors</a:t>
            </a: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two hardest parts of beginning CSS are manipulating the box model without going mad and understanding CSS selectors.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actual styling part is quite simple, picking fonts and colours etc.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https://www.freecodecamp.org/news/css-selectors-cheat-sheet/</a:t>
            </a:r>
            <a:endParaRPr lang="en-GB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3">
            <a:extLst>
              <a:ext uri="{FF2B5EF4-FFF2-40B4-BE49-F238E27FC236}">
                <a16:creationId xmlns:a16="http://schemas.microsoft.com/office/drawing/2014/main" id="{3D4A0591-CC29-BB4F-93B0-E11591A8A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67" y="2201192"/>
            <a:ext cx="8350250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2286001" y="4719640"/>
            <a:ext cx="7620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200" dirty="0">
                <a:solidFill>
                  <a:schemeClr val="bg1">
                    <a:lumMod val="50000"/>
                    <a:lumOff val="50000"/>
                  </a:schemeClr>
                </a:solidFill>
                <a:latin typeface="Myriad Pro"/>
                <a:cs typeface="Myriad Pro"/>
              </a:rPr>
              <a:t>http://www.w3schools.com/css/css_syntax.asp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884C0E5-D2ED-D7E9-1DCC-62D161D33373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A2F11BD-3789-A7D0-E219-2B65413E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567" y="4852852"/>
            <a:ext cx="10515600" cy="17089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selector is how we target the element/s we wish to style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They start off simple but can become quite involved.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BBC999-0617-F500-9383-66DB34A2E76A}"/>
              </a:ext>
            </a:extLst>
          </p:cNvPr>
          <p:cNvCxnSpPr/>
          <p:nvPr/>
        </p:nvCxnSpPr>
        <p:spPr>
          <a:xfrm flipH="1" flipV="1">
            <a:off x="1630496" y="3624549"/>
            <a:ext cx="385591" cy="12228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01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2286001" y="4719640"/>
            <a:ext cx="7620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200" dirty="0">
                <a:solidFill>
                  <a:schemeClr val="bg1">
                    <a:lumMod val="50000"/>
                    <a:lumOff val="50000"/>
                  </a:schemeClr>
                </a:solidFill>
                <a:latin typeface="Myriad Pro"/>
                <a:cs typeface="Myriad Pro"/>
              </a:rPr>
              <a:t>http://www.w3schools.com/css/css_syntax.asp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Universal selectors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19B34B-B9F6-E309-C22D-17574931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9" y="1720031"/>
            <a:ext cx="6711724" cy="20004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E2B6C7-9E06-F2D6-E2B6-55620CF5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9" y="4233217"/>
            <a:ext cx="9808081" cy="20004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646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4240180"/>
            <a:ext cx="10768731" cy="194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 Element Selector, also called a Tag selector is a selector that selects all the HTML elements by a specified names on a web page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  <a:r>
              <a:rPr lang="en-GB" sz="28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It is the most basic selector of all. Elements can be grouped.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Myriad Pro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Element or tag selectors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9774B-8D12-A64F-E7E6-4590548EE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7" y="1754953"/>
            <a:ext cx="5372272" cy="21333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780D05-E4F8-0012-2193-E2B46C10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398" y="1754952"/>
            <a:ext cx="4588256" cy="21333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0848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4741353"/>
            <a:ext cx="10768731" cy="130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2800" dirty="0">
                <a:solidFill>
                  <a:srgbClr val="0A0A2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</a:t>
            </a: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elects all elements with the ‘red’ class. The syntax is a dot in </a:t>
            </a:r>
            <a:r>
              <a:rPr lang="en-GB" sz="2800" dirty="0">
                <a:solidFill>
                  <a:srgbClr val="0A0A2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the word class in the html, again these can be combined.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Myriad Pro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Class selectors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1014D-5DC8-ED43-D6F4-340EBC44A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7" y="2066657"/>
            <a:ext cx="2628900" cy="2311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83783B-3B55-FD51-60FB-0183720D7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989" y="2613343"/>
            <a:ext cx="7889309" cy="176471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2968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4679684"/>
            <a:ext cx="10768731" cy="194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 id selector uses the id attribute of an HTML element to select a specific element. The id of an element is unique within a page, so the id selector is used to select one unique element!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Id selectors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73BAD2-F80E-5C32-BCC2-DC6463D19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78" y="1686543"/>
            <a:ext cx="3933217" cy="13061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EEDB7C-200D-F2DE-3A2B-509EF7DB5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78" y="3274395"/>
            <a:ext cx="8849591" cy="1143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79FFF-07D5-484A-D572-1E544DB50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742" y="1686543"/>
            <a:ext cx="5623601" cy="13255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271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865230" y="1441809"/>
            <a:ext cx="10768731" cy="1300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[attribute]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selector is used to select elements with a specified attribute. Very useful for styling forms.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879795" y="2776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Attribute selectors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4E01A-9479-92D9-BFF5-23ECEB318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7" y="3105461"/>
            <a:ext cx="8047166" cy="34749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115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Combinators</a:t>
            </a:r>
          </a:p>
        </p:txBody>
      </p:sp>
    </p:spTree>
    <p:extLst>
      <p:ext uri="{BB962C8B-B14F-4D97-AF65-F5344CB8AC3E}">
        <p14:creationId xmlns:p14="http://schemas.microsoft.com/office/powerpoint/2010/main" val="2044775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561730"/>
            <a:ext cx="11023564" cy="194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 descendant selector matches all elements that are descendants of a specified element.</a:t>
            </a:r>
          </a:p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 following example selects all &lt;p&gt; elements inside &lt;div&gt; elements: 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Descendent combinator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C252B-DEA5-B0B2-3982-35E759EAE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7" y="3660920"/>
            <a:ext cx="8160443" cy="21685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52D96A-D4CA-DCCD-20DC-06DA318A5676}"/>
              </a:ext>
            </a:extLst>
          </p:cNvPr>
          <p:cNvSpPr txBox="1"/>
          <p:nvPr/>
        </p:nvSpPr>
        <p:spPr>
          <a:xfrm>
            <a:off x="968567" y="6197777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slide10.html</a:t>
            </a:r>
          </a:p>
        </p:txBody>
      </p:sp>
    </p:spTree>
    <p:extLst>
      <p:ext uri="{BB962C8B-B14F-4D97-AF65-F5344CB8AC3E}">
        <p14:creationId xmlns:p14="http://schemas.microsoft.com/office/powerpoint/2010/main" val="335229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314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selects all elements that are descendant (or child) of the elements with </a:t>
            </a:r>
            <a:r>
              <a:rPr lang="en-GB" sz="2800" dirty="0"/>
              <a:t>div</a:t>
            </a:r>
            <a:r>
              <a:rPr lang="en-GB" sz="28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tag and ‘row’ class</a:t>
            </a:r>
            <a:endParaRPr lang="en-GB" sz="28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Descendent combinator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BE91D-0308-6D08-727D-8BDA133EB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88" y="2863081"/>
            <a:ext cx="6279646" cy="12468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AA8C3-393B-6CD8-DA67-F35F75F6F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944" y="2893920"/>
            <a:ext cx="3950044" cy="17854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D181F-A35A-7B78-F090-32B2641D5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87" y="4226794"/>
            <a:ext cx="6279645" cy="1701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E6E241-4BE3-3BBD-3E15-D028C271C877}"/>
              </a:ext>
            </a:extLst>
          </p:cNvPr>
          <p:cNvSpPr txBox="1"/>
          <p:nvPr/>
        </p:nvSpPr>
        <p:spPr>
          <a:xfrm>
            <a:off x="968567" y="6197777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slide11.html</a:t>
            </a:r>
          </a:p>
        </p:txBody>
      </p:sp>
    </p:spTree>
    <p:extLst>
      <p:ext uri="{BB962C8B-B14F-4D97-AF65-F5344CB8AC3E}">
        <p14:creationId xmlns:p14="http://schemas.microsoft.com/office/powerpoint/2010/main" val="409879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30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1B1B1B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child combinator (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&gt;</a:t>
            </a:r>
            <a:r>
              <a:rPr lang="en-GB" sz="2800" dirty="0">
                <a:solidFill>
                  <a:srgbClr val="1B1B1B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) is placed between two CSS selectors. It matches only those elements that are the direct children of the first.</a:t>
            </a:r>
            <a:endParaRPr lang="en-GB" sz="28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Child combinator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E241-4BE3-3BBD-3E15-D028C271C877}"/>
              </a:ext>
            </a:extLst>
          </p:cNvPr>
          <p:cNvSpPr txBox="1"/>
          <p:nvPr/>
        </p:nvSpPr>
        <p:spPr>
          <a:xfrm>
            <a:off x="968567" y="6375538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slide12.html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9E1D0-D982-7004-80AE-AF6725DF7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7" y="3021328"/>
            <a:ext cx="4484746" cy="1144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79D095-5945-BA3A-7DBC-C87E86388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67" y="4332722"/>
            <a:ext cx="7772400" cy="19098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E7D73D-B2A0-596C-1FF5-EB5DAFD22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067" y="2772281"/>
            <a:ext cx="3340100" cy="2184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293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682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It selects the element that is immediately preceded by the former element. 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Sibling elements must have the same parent element, and "adjacent" means "immediately following".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Adjacent Sibling Selector(+)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E241-4BE3-3BBD-3E15-D028C271C877}"/>
              </a:ext>
            </a:extLst>
          </p:cNvPr>
          <p:cNvSpPr txBox="1"/>
          <p:nvPr/>
        </p:nvSpPr>
        <p:spPr>
          <a:xfrm>
            <a:off x="968567" y="6375538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slide13.html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B17282-6455-B67F-6727-8FEDD8EBB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8" y="3179621"/>
            <a:ext cx="4851320" cy="1108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EBC7B6-6A0A-6605-D014-D19318129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027" y="2682070"/>
            <a:ext cx="52578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4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681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B1B1B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 general sibling selector (~) selects all elements that are next siblings of a specified element. 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 following example selects all &lt;p&gt; elements that are next siblings of &lt;div&gt; elements: 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General Sibling Selector (</a:t>
            </a:r>
            <a:r>
              <a:rPr lang="en-US" sz="5800" spc="60" dirty="0">
                <a:solidFill>
                  <a:srgbClr val="D3473F"/>
                </a:solidFill>
                <a:latin typeface="Courier New" panose="02070309020205020404" pitchFamily="49" charset="0"/>
                <a:ea typeface="Helvetica Neue Thin" panose="020B0403020202020204" pitchFamily="34" charset="0"/>
                <a:cs typeface="Courier New" panose="02070309020205020404" pitchFamily="49" charset="0"/>
              </a:rPr>
              <a:t>~</a:t>
            </a:r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E241-4BE3-3BBD-3E15-D028C271C877}"/>
              </a:ext>
            </a:extLst>
          </p:cNvPr>
          <p:cNvSpPr txBox="1"/>
          <p:nvPr/>
        </p:nvSpPr>
        <p:spPr>
          <a:xfrm>
            <a:off x="968567" y="6375538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slide14.html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36ED8-4906-D975-DB25-4A16043B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657" y="3229731"/>
            <a:ext cx="4668074" cy="33268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471319-7CE9-93BE-7812-914D7DA49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67" y="3249822"/>
            <a:ext cx="4813778" cy="119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75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Pseudo selectors &amp; Pseudo classes</a:t>
            </a:r>
          </a:p>
        </p:txBody>
      </p:sp>
    </p:spTree>
    <p:extLst>
      <p:ext uri="{BB962C8B-B14F-4D97-AF65-F5344CB8AC3E}">
        <p14:creationId xmlns:p14="http://schemas.microsoft.com/office/powerpoint/2010/main" val="2638118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30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:first-child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selector allows you to target the first element immediately inside another element.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:first-child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E241-4BE3-3BBD-3E15-D028C271C877}"/>
              </a:ext>
            </a:extLst>
          </p:cNvPr>
          <p:cNvSpPr txBox="1"/>
          <p:nvPr/>
        </p:nvSpPr>
        <p:spPr>
          <a:xfrm>
            <a:off x="968567" y="6197777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slide16.html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953D6F-4673-3DBA-79EB-2B28F0BF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18" y="2973800"/>
            <a:ext cx="3820058" cy="14990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6D8B43-BC27-FA76-577B-E337F2F16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17" y="2964554"/>
            <a:ext cx="5910565" cy="280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3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30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:last-child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selector allows you to target the </a:t>
            </a:r>
            <a:r>
              <a:rPr lang="en-GB" sz="28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last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element immediately inside another element.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:last-child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6E241-4BE3-3BBD-3E15-D028C271C877}"/>
              </a:ext>
            </a:extLst>
          </p:cNvPr>
          <p:cNvSpPr txBox="1"/>
          <p:nvPr/>
        </p:nvSpPr>
        <p:spPr>
          <a:xfrm>
            <a:off x="968567" y="6197777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slide16.html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6D8B43-BC27-FA76-577B-E337F2F16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868" y="3067405"/>
            <a:ext cx="5910565" cy="28063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B61B69-387C-C060-957D-5192EBD41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67" y="3067405"/>
            <a:ext cx="3806425" cy="15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65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46718"/>
            <a:ext cx="11023564" cy="1314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Target the nth element immediately inside (or child of) another element. Admits integers,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even</a:t>
            </a: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,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odd</a:t>
            </a: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, or formulas</a:t>
            </a:r>
            <a:endParaRPr lang="en-GB" sz="28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:nth-child()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69E49-C23D-2B6D-D53E-98547238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67" y="2940934"/>
            <a:ext cx="5127433" cy="3729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6CA30C-2B84-5F43-A11D-EE4232932EC6}"/>
              </a:ext>
            </a:extLst>
          </p:cNvPr>
          <p:cNvSpPr txBox="1"/>
          <p:nvPr/>
        </p:nvSpPr>
        <p:spPr>
          <a:xfrm>
            <a:off x="6480349" y="624394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https://css-tricks.com/almanac/selectors/n/nth-child/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57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896422"/>
            <a:ext cx="11023564" cy="194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Selects all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</a:t>
            </a: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elements that are not of the </a:t>
            </a:r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.name</a:t>
            </a: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class</a:t>
            </a:r>
          </a:p>
          <a:p>
            <a:pPr>
              <a:lnSpc>
                <a:spcPct val="150000"/>
              </a:lnSpc>
            </a:pPr>
            <a:endParaRPr lang="en-GB" sz="2800" dirty="0">
              <a:solidFill>
                <a:srgbClr val="0A0A2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can go on and on</a:t>
            </a:r>
            <a:endParaRPr lang="en-GB" sz="28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 err="1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a:not</a:t>
            </a:r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(.name)</a:t>
            </a:r>
          </a:p>
        </p:txBody>
      </p:sp>
    </p:spTree>
    <p:extLst>
      <p:ext uri="{BB962C8B-B14F-4D97-AF65-F5344CB8AC3E}">
        <p14:creationId xmlns:p14="http://schemas.microsoft.com/office/powerpoint/2010/main" val="2367263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81405"/>
            <a:ext cx="11023564" cy="194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https://css-tricks.com/almanac/</a:t>
            </a:r>
            <a:endParaRPr lang="en-GB" sz="2800" dirty="0">
              <a:solidFill>
                <a:srgbClr val="0A0A23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3"/>
              </a:rPr>
              <a:t>https://developer.mozilla.org/en-US/docs/Web/CSS/Reference</a:t>
            </a:r>
            <a:endParaRPr lang="en-GB" sz="2800" dirty="0">
              <a:solidFill>
                <a:srgbClr val="0A0A2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2800" dirty="0">
              <a:solidFill>
                <a:srgbClr val="0A0A23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Scary full list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5ED3A265-E2AE-5F88-9688-608367FEA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67" y="2937172"/>
            <a:ext cx="7772400" cy="35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20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18F186-07D6-A046-A57B-CC79E7BD5DB7}"/>
              </a:ext>
            </a:extLst>
          </p:cNvPr>
          <p:cNvSpPr/>
          <p:nvPr/>
        </p:nvSpPr>
        <p:spPr>
          <a:xfrm>
            <a:off x="968567" y="1481405"/>
            <a:ext cx="11023564" cy="130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0A0A23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https://flukeout.github.io/</a:t>
            </a:r>
            <a:endParaRPr lang="en-GB" sz="2800" dirty="0">
              <a:solidFill>
                <a:srgbClr val="0A0A23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2800" dirty="0">
              <a:solidFill>
                <a:srgbClr val="0A0A23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488E3F3-855A-8BE3-9881-328F4F2D63BF}"/>
              </a:ext>
            </a:extLst>
          </p:cNvPr>
          <p:cNvSpPr txBox="1">
            <a:spLocks/>
          </p:cNvSpPr>
          <p:nvPr/>
        </p:nvSpPr>
        <p:spPr>
          <a:xfrm>
            <a:off x="968567" y="4293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CSS Diner game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997C3-5D58-4475-978C-F07E22BB2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7" y="2333767"/>
            <a:ext cx="9136675" cy="409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80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5B50">
                <a:alpha val="83137"/>
              </a:srgbClr>
            </a:gs>
            <a:gs pos="41000">
              <a:srgbClr val="FF574B">
                <a:lumMod val="87000"/>
                <a:lumOff val="13000"/>
              </a:srgbClr>
            </a:gs>
            <a:gs pos="100000">
              <a:srgbClr val="FF574B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7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582</Words>
  <Application>Microsoft Macintosh PowerPoint</Application>
  <PresentationFormat>Widescreen</PresentationFormat>
  <Paragraphs>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American Typewriter</vt:lpstr>
      <vt:lpstr>Arial</vt:lpstr>
      <vt:lpstr>Calibri</vt:lpstr>
      <vt:lpstr>Calibri Light</vt:lpstr>
      <vt:lpstr>Courier New</vt:lpstr>
      <vt:lpstr>Helvetica Neue Light</vt:lpstr>
      <vt:lpstr>Helvetica Neue Thin</vt:lpstr>
      <vt:lpstr>Lato</vt:lpstr>
      <vt:lpstr>Myriad Pro</vt:lpstr>
      <vt:lpstr>Office Theme</vt:lpstr>
      <vt:lpstr>COMP 1842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54</cp:revision>
  <dcterms:created xsi:type="dcterms:W3CDTF">2020-06-28T01:46:05Z</dcterms:created>
  <dcterms:modified xsi:type="dcterms:W3CDTF">2025-02-03T12:54:02Z</dcterms:modified>
</cp:coreProperties>
</file>